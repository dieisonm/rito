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987552"/>
            <a:ext cx="1143000" cy="54864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0352"/>
            <a:ext cx="2103120" cy="789904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658368"/>
            <a:ext cx="1463040" cy="1061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17043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163"/>
                </a:solidFill>
                <a:latin typeface="IBM Plex Mono"/>
              </a:rPr>
              <a:t>RITO Sistemas | Rotinas Inteligentes de Tecnologia e Operação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2430"/>
                </a:solidFill>
                <a:latin typeface="Sora"/>
              </a:rPr>
              <a:t>RITO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52733"/>
                </a:solidFill>
                <a:latin typeface="Sora"/>
              </a:rPr>
              <a:t>Software sob medida para a rotina da sua empresa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22191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B72"/>
                </a:solidFill>
                <a:latin typeface="Manrope"/>
              </a:rPr>
              <a:t>Rotinas Inteligentes de Tecnologia e Operação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938528"/>
            <a:ext cx="2880360" cy="2148840"/>
          </a:xfrm>
          <a:prstGeom prst="roundRect">
            <a:avLst/>
          </a:prstGeom>
          <a:solidFill>
            <a:srgbClr val="17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267712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F7F1"/>
                </a:solidFill>
                <a:latin typeface="Manrope"/>
              </a:rPr>
              <a:t>Tecnologia prática para organizar, automatizar e dar clareza à operação.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15161"/>
                </a:solidFill>
                <a:latin typeface="IBM Plex Mono"/>
              </a:rPr>
              <a:t>Apresentação institucional e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O que a RITO faz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Criamos software sob medida, automações e controles personalizados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A RITO Sistemas desenvolve soluções digitais para empresas que precisam organizar rotinas, reduzir trabalho manual e ganhar mais previsibilidade no dia a 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42032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Definir a empresa em uma frase forte e clara, sem entrar em detalhes operacionais antes da hora.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O problema que aparece com frequência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A rotina fica pesada quando tudo depende de planilhas, mensagens e controle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Mostrar entendimento real da dor do cliente antes de apresentar a solução.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informações espalhadas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retrabalho em tarefas repetitivas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dificuldade para acompanhar prazos e dados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padrão insuficiente nos processos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dependência de uma ou duas pessoas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Por que isso prejudica a empresa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Quando o controle falha, a operação perde tempo, clareza e confiabilidade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O problema não é apenas operacional. Ele afeta produtividade, organização, tomada de decisão e a sensação de domínio sobre o negócio.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42032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Elevar a conversa do nível do incômodo para o nível do impacto no negócio.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O que a RITO entrega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Soluções simples, utilitárias e feitas para a realidade de cada 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Traduzir a proposta em categorias de entrega que o cliente entenda rapidamente.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Sistemas internos sob medida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Automações de rotina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Controles personalizados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Painéis e relatórios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Ferramentas para operação diária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Como trabalhamos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Um processo direto, sem complicação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A análise inicial é gratuita e sem compromisso.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42032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Reduzir insegurança e mostrar um caminho comercial claro.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3282696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320954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O cliente explica a necessidade.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3785616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371246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 RITO entende a rotina atual.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0" y="4288536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421538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 proposta é estruturada com base no problema real.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3282696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320954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O desenvolvimento acontece por escopo acordado.</a:t>
            </a:r>
          </a:p>
        </p:txBody>
      </p:sp>
      <p:sp>
        <p:nvSpPr>
          <p:cNvPr id="21" name="Oval 20"/>
          <p:cNvSpPr/>
          <p:nvPr/>
        </p:nvSpPr>
        <p:spPr>
          <a:xfrm>
            <a:off x="7726679" y="3785616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6136" y="371246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 entrega inclui orientação e suporte conforme combinado.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Exemplos de soluções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Alguns tipos de problema que a RITO pode transformar em ferramenta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Mostrar repertório sem exagerar no número de itens e sem parecer catálogo genérico.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Controle de documentos e vencimentos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Comparação de relatórios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Cálculos operacionais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Acompanhamento de manutenção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Fila de solicitações internas</a:t>
            </a:r>
          </a:p>
        </p:txBody>
      </p:sp>
      <p:sp>
        <p:nvSpPr>
          <p:cNvPr id="22" name="Oval 21"/>
          <p:cNvSpPr/>
          <p:nvPr/>
        </p:nvSpPr>
        <p:spPr>
          <a:xfrm>
            <a:off x="7726679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Automações de tarefas repetitivas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O que o cliente ganha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Menos trabalho manual. Mais controle. Mais clareza.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Converter funcionalidade em benefício prático e memorável.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Menos tempo gasto com tarefas repetitivas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Menos risco de erro operacional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Mais visibilidade sobre o que está acontecendo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Mais agilidade para decidir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Mais organização para crescer com consistência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Para quem a RITO faz sentido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Pensada para negócios menores com rotinas reais e necessidades específicas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Qualificar o público e deixar claro que a empresa não tenta falar com todo mundo.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MEI e profissionais autônomos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Microempresas em organização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Pequenas empresas em crescimento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Negócios com planilhas como sistema principal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Empresas com processos manuais e recorrentes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Como funciona a contratação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Do primeiro contato ao início do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Apresentar um processo comercial leve, profissional e fácil de entender.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O cliente entra em contato.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Descreve o problema, a ideia ou a rotina que deseja melhorar.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 RITO faz a leitura inicial da necessidade.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Envia uma proposta personalizada sem compromisso.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Se aprovado, o desenvolvimento é iniciado.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Condições comerciais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Clareza de escopo, proposta personalizada e alinhamento antes do início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Sinalizar maturidade comercial sem criar barreiras desnecessárias.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Orçamento gratuito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Análise inicial sem compromisso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95935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88620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Escopo definido por projeto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295351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88036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Suporte acordado caso a caso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3456432"/>
            <a:ext cx="128016" cy="128016"/>
          </a:xfrm>
          <a:prstGeom prst="ellipse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52733"/>
                </a:solidFill>
                <a:latin typeface="Manrope"/>
              </a:rPr>
              <a:t>Contrato recomendado para formalização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" cy="6858000"/>
          </a:xfrm>
          <a:prstGeom prst="rect">
            <a:avLst/>
          </a:prstGeom>
          <a:solidFill>
            <a:srgbClr val="0D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658368"/>
            <a:ext cx="7726679" cy="5468112"/>
          </a:xfrm>
          <a:prstGeom prst="roundRect">
            <a:avLst/>
          </a:prstGeom>
          <a:solidFill>
            <a:srgbClr val="FFFDF9"/>
          </a:solidFill>
          <a:ln>
            <a:solidFill>
              <a:srgbClr val="D7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to_sistemas_wordm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84048"/>
            <a:ext cx="1783080" cy="669701"/>
          </a:xfrm>
          <a:prstGeom prst="rect">
            <a:avLst/>
          </a:prstGeom>
        </p:spPr>
      </p:pic>
      <p:pic>
        <p:nvPicPr>
          <p:cNvPr id="6" name="Picture 5" descr="rito_monogram_r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5733288"/>
            <a:ext cx="292608" cy="21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30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9163"/>
                </a:solidFill>
                <a:latin typeface="IBM Plex Mono"/>
              </a:rPr>
              <a:t>RITO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430"/>
                </a:solidFill>
                <a:latin typeface="Sora"/>
              </a:rPr>
              <a:t>Fechamento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868680" cy="45720"/>
          </a:xfrm>
          <a:prstGeom prst="rect">
            <a:avLst/>
          </a:prstGeom>
          <a:solidFill>
            <a:srgbClr val="B8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005840"/>
            <a:ext cx="6903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3847"/>
                </a:solidFill>
                <a:latin typeface="Sora"/>
              </a:rPr>
              <a:t>Se sua empresa tem uma rotina manual ou uma necessidade específica, a RITO pode ajudar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Mensagem final: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42032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B72"/>
                </a:solidFill>
                <a:latin typeface="Manrope"/>
              </a:rPr>
              <a:t>Conte o problema, a rotina ou a ideia. A RITO Sistemas analisa o caso e pensa na melhor forma de transformar isso em uma solução prática, clara e viável.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61630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15161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